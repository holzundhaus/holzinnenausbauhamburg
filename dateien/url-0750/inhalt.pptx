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innenausbauhamburg/holzarten-fuer-wand-decke-und-einbauten-im-verglei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https://holzundhaus.github.io/holzinnenausbauhamburg/holzarten-fuer-wand-decke-und-einbauten-im-vergleich/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